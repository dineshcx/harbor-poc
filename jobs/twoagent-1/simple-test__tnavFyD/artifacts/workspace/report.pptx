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dPt>
            <c:idx val="0"/>
            <c:spPr>
              <a:solidFill>
                <a:srgbClr val="2A9D8F"/>
              </a:solidFill>
              <a:ln>
                <a:solidFill>
                  <a:srgbClr val="2A9D8F"/>
                </a:solidFill>
              </a:ln>
            </c:spPr>
          </c:dPt>
          <c:dPt>
            <c:idx val="1"/>
            <c:spPr>
              <a:solidFill>
                <a:srgbClr val="6AB09F"/>
              </a:solidFill>
              <a:ln>
                <a:solidFill>
                  <a:srgbClr val="6AB09F"/>
                </a:solidFill>
              </a:ln>
            </c:spPr>
          </c:dPt>
          <c:dPt>
            <c:idx val="2"/>
            <c:spPr>
              <a:solidFill>
                <a:srgbClr val="E9C46A"/>
              </a:solidFill>
              <a:ln>
                <a:solidFill>
                  <a:srgbClr val="E9C46A"/>
                </a:solidFill>
              </a:ln>
            </c:spPr>
          </c:dPt>
          <c:dPt>
            <c:idx val="3"/>
            <c:spPr>
              <a:solidFill>
                <a:srgbClr val="E79B4F"/>
              </a:solidFill>
              <a:ln>
                <a:solidFill>
                  <a:srgbClr val="E79B4F"/>
                </a:solidFill>
              </a:ln>
            </c:spPr>
          </c:dPt>
          <c:dPt>
            <c:idx val="4"/>
            <c:spPr>
              <a:solidFill>
                <a:srgbClr val="E76F51"/>
              </a:solidFill>
              <a:ln>
                <a:solidFill>
                  <a:srgbClr val="E76F51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A (90-100)</c:v>
                </c:pt>
                <c:pt idx="1">
                  <c:v>B (80-89)</c:v>
                </c:pt>
                <c:pt idx="2">
                  <c:v>C (70-79)</c:v>
                </c:pt>
                <c:pt idx="3">
                  <c:v>D (60-69)</c:v>
                </c:pt>
                <c:pt idx="4">
                  <c:v>F (&lt;60)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100">
                <a:solidFill>
                  <a:srgbClr val="55555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0.0"/>
        </c:scaling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100">
                <a:solidFill>
                  <a:srgbClr val="555555"/>
                </a:solidFill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502920"/>
            <a:ext cx="1554480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Class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Marks
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8E1F0"/>
                </a:solidFill>
                <a:latin typeface="Arial"/>
              </a:rPr>
              <a:t>10 students | scores range from 62 to 95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880360"/>
            <a:ext cx="2743200" cy="804672"/>
          </a:xfrm>
          <a:prstGeom prst="roundRect">
            <a:avLst/>
          </a:prstGeom>
          <a:solidFill>
            <a:srgbClr val="243155"/>
          </a:solidFill>
          <a:ln>
            <a:solidFill>
              <a:srgbClr val="24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880360"/>
            <a:ext cx="146304" cy="804672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1371600" cy="20116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1">
                <a:solidFill>
                  <a:srgbClr val="D8E1F0"/>
                </a:solidFill>
                <a:latin typeface="Arial"/>
              </a:rPr>
              <a:t>Average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72968"/>
            <a:ext cx="173736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81.2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931920"/>
            <a:ext cx="2743200" cy="804672"/>
          </a:xfrm>
          <a:prstGeom prst="roundRect">
            <a:avLst/>
          </a:prstGeom>
          <a:solidFill>
            <a:srgbClr val="243155"/>
          </a:solidFill>
          <a:ln>
            <a:solidFill>
              <a:srgbClr val="24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931920"/>
            <a:ext cx="146304" cy="804672"/>
          </a:xfrm>
          <a:prstGeom prst="rect">
            <a:avLst/>
          </a:prstGeom>
          <a:solidFill>
            <a:srgbClr val="F2C14E"/>
          </a:solidFill>
          <a:ln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023360"/>
            <a:ext cx="1371600" cy="20116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1">
                <a:solidFill>
                  <a:srgbClr val="D8E1F0"/>
                </a:solidFill>
                <a:latin typeface="Arial"/>
              </a:rPr>
              <a:t>Top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24528"/>
            <a:ext cx="173736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95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983479"/>
            <a:ext cx="2743200" cy="804672"/>
          </a:xfrm>
          <a:prstGeom prst="roundRect">
            <a:avLst/>
          </a:prstGeom>
          <a:solidFill>
            <a:srgbClr val="243155"/>
          </a:solidFill>
          <a:ln>
            <a:solidFill>
              <a:srgbClr val="24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4983479"/>
            <a:ext cx="146304" cy="804672"/>
          </a:xfrm>
          <a:prstGeom prst="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074919"/>
            <a:ext cx="1371600" cy="20116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1">
                <a:solidFill>
                  <a:srgbClr val="D8E1F0"/>
                </a:solidFill>
                <a:latin typeface="Arial"/>
              </a:rPr>
              <a:t>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76087"/>
            <a:ext cx="173736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502920"/>
            <a:ext cx="7726679" cy="5806440"/>
          </a:xfrm>
          <a:prstGeom prst="round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822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B2B2B"/>
                </a:solidFill>
                <a:latin typeface="Georgia"/>
              </a:rPr>
              <a:t>Score Band Counts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120700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</a:rPr>
              <a:t>Grade ranges derived from the report workbook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251960" y="1645920"/>
          <a:ext cx="69037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251960" y="5897880"/>
            <a:ext cx="6400800" cy="228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7A7A7A"/>
                </a:solidFill>
                <a:latin typeface="Arial"/>
              </a:rPr>
              <a:t>Source: students.csv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