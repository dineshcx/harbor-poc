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E6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6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96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BB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DD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454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 (90-100)</c:v>
                  </c:pt>
                  <c:pt idx="1">
                    <c:v>B (80-89)</c:v>
                  </c:pt>
                  <c:pt idx="2">
                    <c:v>C (70-79)</c:v>
                  </c:pt>
                  <c:pt idx="3">
                    <c:v>D (60-69)</c:v>
                  </c:pt>
                  <c:pt idx="4">
                    <c:v>F (&lt;60)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408E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Alice J.</c:v>
                  </c:pt>
                  <c:pt idx="1">
                    <c:v>Bob S.</c:v>
                  </c:pt>
                  <c:pt idx="2">
                    <c:v>Charlie B.</c:v>
                  </c:pt>
                  <c:pt idx="3">
                    <c:v>Diana R.</c:v>
                  </c:pt>
                  <c:pt idx="4">
                    <c:v>Ethan H.</c:v>
                  </c:pt>
                  <c:pt idx="5">
                    <c:v>Fiona A.</c:v>
                  </c:pt>
                  <c:pt idx="6">
                    <c:v>George L.</c:v>
                  </c:pt>
                  <c:pt idx="7">
                    <c:v>Hannah M.</c:v>
                  </c:pt>
                  <c:pt idx="8">
                    <c:v>Ivan D.</c:v>
                  </c:pt>
                  <c:pt idx="9">
                    <c:v>Julia R.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92</c:v>
                </c:pt>
                <c:pt idx="1">
                  <c:v>78</c:v>
                </c:pt>
                <c:pt idx="2">
                  <c:v>85</c:v>
                </c:pt>
                <c:pt idx="3">
                  <c:v>67</c:v>
                </c:pt>
                <c:pt idx="4">
                  <c:v>91</c:v>
                </c:pt>
                <c:pt idx="5">
                  <c:v>73</c:v>
                </c:pt>
                <c:pt idx="6">
                  <c:v>88</c:v>
                </c:pt>
                <c:pt idx="7">
                  <c:v>95</c:v>
                </c:pt>
                <c:pt idx="8">
                  <c:v>62</c:v>
                </c:pt>
                <c:pt idx="9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Marks</a:t>
            </a:r>
            <a:endParaRPr lang="en-US" sz="4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Report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Performance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206240"/>
            <a:ext cx="2286000" cy="45720"/>
          </a:xfrm>
          <a:prstGeom prst="rect">
            <a:avLst/>
          </a:prstGeom>
          <a:solidFill>
            <a:srgbClr val="408EC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students per grade category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Student Scores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 of 100 for each student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Statistics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4340" y="1371600"/>
            <a:ext cx="1828800" cy="2743200"/>
          </a:xfrm>
          <a:prstGeom prst="rect">
            <a:avLst/>
          </a:prstGeom>
          <a:solidFill>
            <a:srgbClr val="283A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343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434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Hannah Montana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3180" y="1371600"/>
            <a:ext cx="1828800" cy="2743200"/>
          </a:xfrm>
          <a:prstGeom prst="rect">
            <a:avLst/>
          </a:prstGeom>
          <a:solidFill>
            <a:srgbClr val="283A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318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5831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831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Drago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2020" y="1371600"/>
            <a:ext cx="1828800" cy="2743200"/>
          </a:xfrm>
          <a:prstGeom prst="rect">
            <a:avLst/>
          </a:prstGeom>
          <a:solidFill>
            <a:srgbClr val="283A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3202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7320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320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80860" y="1371600"/>
            <a:ext cx="1828800" cy="2743200"/>
          </a:xfrm>
          <a:prstGeom prst="rect">
            <a:avLst/>
          </a:prstGeom>
          <a:solidFill>
            <a:srgbClr val="283A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8086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88086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808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Marks Distribution</dc:title>
  <dc:subject>PptxGenJS Presentation</dc:subject>
  <dc:creator>PptxGenJS</dc:creator>
  <cp:lastModifiedBy>PptxGenJS</cp:lastModifiedBy>
  <cp:revision>1</cp:revision>
  <dcterms:created xsi:type="dcterms:W3CDTF">2026-03-28T21:03:04Z</dcterms:created>
  <dcterms:modified xsi:type="dcterms:W3CDTF">2026-03-28T21:03:04Z</dcterms:modified>
</cp:coreProperties>
</file>