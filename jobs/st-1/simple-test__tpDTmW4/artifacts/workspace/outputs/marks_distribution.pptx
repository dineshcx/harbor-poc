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Alice</c:v>
                  </c:pt>
                  <c:pt idx="1">
                    <c:v>Bob</c:v>
                  </c:pt>
                  <c:pt idx="2">
                    <c:v>Charlie</c:v>
                  </c:pt>
                  <c:pt idx="3">
                    <c:v>Diana</c:v>
                  </c:pt>
                  <c:pt idx="4">
                    <c:v>Ethan</c:v>
                  </c:pt>
                  <c:pt idx="5">
                    <c:v>Fiona</c:v>
                  </c:pt>
                  <c:pt idx="6">
                    <c:v>George</c:v>
                  </c:pt>
                  <c:pt idx="7">
                    <c:v>Hannah</c:v>
                  </c:pt>
                  <c:pt idx="8">
                    <c:v>Ivan</c:v>
                  </c:pt>
                  <c:pt idx="9">
                    <c:v>Julia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92</c:v>
                </c:pt>
                <c:pt idx="1">
                  <c:v>78</c:v>
                </c:pt>
                <c:pt idx="2">
                  <c:v>85</c:v>
                </c:pt>
                <c:pt idx="3">
                  <c:v>67</c:v>
                </c:pt>
                <c:pt idx="4">
                  <c:v>91</c:v>
                </c:pt>
                <c:pt idx="5">
                  <c:v>73</c:v>
                </c:pt>
                <c:pt idx="6">
                  <c:v>88</c:v>
                </c:pt>
                <c:pt idx="7">
                  <c:v>95</c:v>
                </c:pt>
                <c:pt idx="8">
                  <c:v>62</c:v>
                </c:pt>
                <c:pt idx="9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Grades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Grade A</c:v>
                </c:pt>
                <c:pt idx="1">
                  <c:v>Grade B</c:v>
                </c:pt>
                <c:pt idx="2">
                  <c:v>Grade C</c:v>
                </c:pt>
                <c:pt idx="3">
                  <c:v>Grade D</c:v>
                </c:pt>
                <c:pt idx="4">
                  <c:v>Grade F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Marks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Report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Grade Breakdown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94B8D0"/>
                </a:solidFill>
              </a:rPr>
              <a:t> Students  |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81.2</a:t>
            </a:r>
            <a:pPr indent="0" marL="0">
              <a:buNone/>
            </a:pPr>
            <a:r>
              <a:rPr lang="en-US" sz="1400" dirty="0">
                <a:solidFill>
                  <a:srgbClr val="94B8D0"/>
                </a:solidFill>
              </a:rPr>
              <a:t> Avg Score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Student Scores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 of 100 for each student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709160"/>
            <a:ext cx="2286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(90-100)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0" y="4709160"/>
            <a:ext cx="22860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285292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(80-89)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4709160"/>
            <a:ext cx="22860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495604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(70-79)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4709160"/>
            <a:ext cx="22860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7059168" y="4709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(60-69)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students in each grade band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280160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280160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5532120" y="12801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0" y="12801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90–100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12801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303520" y="1993392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03520" y="1993392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5532120" y="1993392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199339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80–89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199339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303520" y="2706624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2706624"/>
            <a:ext cx="73152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5532120" y="27066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270662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0" y="270662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303520" y="3419856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303520" y="3419856"/>
            <a:ext cx="73152" cy="5943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19"/>
          <p:cNvSpPr/>
          <p:nvPr/>
        </p:nvSpPr>
        <p:spPr>
          <a:xfrm>
            <a:off x="5532120" y="3419856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675120" y="341985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60–69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72400" y="341985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303520" y="4133088"/>
            <a:ext cx="3474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303520" y="4133088"/>
            <a:ext cx="73152" cy="5943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7" name="Text 24"/>
          <p:cNvSpPr/>
          <p:nvPr/>
        </p:nvSpPr>
        <p:spPr>
          <a:xfrm>
            <a:off x="5532120" y="413308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675120" y="413308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60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0" y="413308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Marks Distribution</dc:title>
  <dc:subject>PptxGenJS Presentation</dc:subject>
  <dc:creator>PptxGenJS</dc:creator>
  <cp:lastModifiedBy>PptxGenJS</cp:lastModifiedBy>
  <cp:revision>1</cp:revision>
  <dcterms:created xsi:type="dcterms:W3CDTF">2026-03-28T20:18:39Z</dcterms:created>
  <dcterms:modified xsi:type="dcterms:W3CDTF">2026-03-28T20:18:39Z</dcterms:modified>
</cp:coreProperties>
</file>