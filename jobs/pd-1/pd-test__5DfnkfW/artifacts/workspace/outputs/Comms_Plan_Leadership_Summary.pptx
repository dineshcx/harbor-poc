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633472"/>
            <a:ext cx="9144000" cy="36576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Communications Plan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Leadership Strategy into Employee Action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Confidential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$638B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YoY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06040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155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4612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Employee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212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(↓2pp)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060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06040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1155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3504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212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Considering Leaving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plan bridges leadership's strategic messaging with employee realities, addressing engagement gaps and translating priorities into employee action.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Leadership Is Signaling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86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Priorities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960120"/>
            <a:ext cx="3886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Commitments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886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54864" cy="7498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99616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defining investment (1,000+ GenAI applications)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3886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31720"/>
            <a:ext cx="54864" cy="7498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68296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competitive urgency across all business units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3886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00400"/>
            <a:ext cx="54864" cy="7498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236976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culture: ownership, lean teams, accountability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463040"/>
            <a:ext cx="38862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18888" y="1499616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$2.2B in frontline wages — largest investment ever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38862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8888" y="2368296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improvement in safety incident rates year-over-year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200400"/>
            <a:ext cx="38862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3236976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250,000+ Career Choice participants supported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Employees Are Experiencing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697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 → 21%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Engagement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939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COVID-year decline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24128"/>
            <a:ext cx="2697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24128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97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 → 27%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Engagement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0939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drop in a key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24128"/>
            <a:ext cx="2697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24128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97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Managers: Daily Stress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0939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high stress levels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697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269748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1635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−5pp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" y="3456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Manager Drop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813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decline, under-30s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743200"/>
            <a:ext cx="2697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743200"/>
            <a:ext cx="269748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81635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−7pp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46120" y="3456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Manager Drop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813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engagement decline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2697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743200"/>
            <a:ext cx="269748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81635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26480" y="3456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Eng. Driven By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3813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influence on teams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Messaging Meets Reality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86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Says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92040" y="960120"/>
            <a:ext cx="3886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Employees May Hear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25112" y="960120"/>
            <a:ext cx="493776" cy="34747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96012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3886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173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"Operate like a startup"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417320"/>
            <a:ext cx="3886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4173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cutting headcount"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25112" y="1417320"/>
            <a:ext cx="493776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1417320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002536"/>
            <a:ext cx="3886200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025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"Lean teams, scrappiness"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2002536"/>
            <a:ext cx="3886200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F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0025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more with less"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25112" y="2002536"/>
            <a:ext cx="493776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2002536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2587752"/>
            <a:ext cx="3886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5877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"Speed and urgency"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2587752"/>
            <a:ext cx="3886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5877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room for mistakes"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25112" y="2587752"/>
            <a:ext cx="493776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25112" y="2587752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3172968"/>
            <a:ext cx="3886200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17296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"1,000+ AI applications"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3172968"/>
            <a:ext cx="3886200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F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17296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is replacing my job"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25112" y="3172968"/>
            <a:ext cx="493776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3172968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5760" y="3758184"/>
            <a:ext cx="3886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581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"Flatter organizations"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92040" y="3758184"/>
            <a:ext cx="3886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7581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"Managers don't matter"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25112" y="3758184"/>
            <a:ext cx="493776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25112" y="3758184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65760" y="4343400"/>
            <a:ext cx="3886200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3434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"In-person collaboration"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92040" y="4343400"/>
            <a:ext cx="3886200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FCDC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3434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"Flexibility is gone"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325112" y="4343400"/>
            <a:ext cx="493776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25112" y="4343400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Employee-Facing Narrative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75488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607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Gratitude and Results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effort, recognize hard work, and lead with the progress made — before asking for more.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713232"/>
          </a:xfrm>
          <a:prstGeom prst="rect">
            <a:avLst/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92224"/>
            <a:ext cx="475488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92224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8470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Investment to People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13969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Wages, safety improvements, and development programs are evidence of commitment — lead with them.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78608"/>
            <a:ext cx="475488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78608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63347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Expectations Within Support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clear expectations, but pair each ask with the tools, resources, and backing employees need.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64992"/>
            <a:ext cx="8412480" cy="713232"/>
          </a:xfrm>
          <a:prstGeom prst="rect">
            <a:avLst/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64992"/>
            <a:ext cx="475488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64992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4198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AI with Transparency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71246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AI as a tool that amplifies human work — not a replacement. Share real use cases.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5137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51376"/>
            <a:ext cx="475488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51376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2062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Ongoing Dialogue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4988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is not a one-way broadcast. Create channels for questions, concerns, and feedback.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Segmentation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9164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vision and company direction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2697480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5176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 within a flatter organization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3657600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61188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against bureaucracy and speed barriers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6517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651760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005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Frontline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64992" y="1737360"/>
            <a:ext cx="128016" cy="12801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169164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investment: $2.2B — largest ever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64992" y="2697480"/>
            <a:ext cx="128016" cy="12801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265176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progress: 34% fewer incidents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64992" y="3657600"/>
            <a:ext cx="128016" cy="12801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361188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assistance, not replacement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1005840"/>
            <a:ext cx="26517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005840"/>
            <a:ext cx="2651760" cy="566928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005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99632" y="1737360"/>
            <a:ext cx="128016" cy="128016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169164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is critical to transformation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99632" y="2697480"/>
            <a:ext cx="128016" cy="128016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265176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investment prioritizes you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99632" y="3657600"/>
            <a:ext cx="128016" cy="128016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61188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Equipped with tools to lead through change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Two-Week Rollout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4160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1: Launch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47472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57276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email to all employees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322576"/>
            <a:ext cx="347472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23225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 hub go-live with full resources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072384"/>
            <a:ext cx="347472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307238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briefing packets distributed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822192"/>
            <a:ext cx="347472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382219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discussions: structured conversation guide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987552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987552"/>
            <a:ext cx="4160520" cy="45720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87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2: Deepen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10328" y="1572768"/>
            <a:ext cx="347472" cy="347472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30952" y="157276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email: highlight FAQ and themes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10328" y="2322576"/>
            <a:ext cx="347472" cy="347472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30952" y="23225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meetings round 2: address questions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10328" y="3072384"/>
            <a:ext cx="347472" cy="347472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30952" y="307238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spotlight: real tools, real stories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10328" y="3822192"/>
            <a:ext cx="347472" cy="347472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30952" y="382219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and intranet updated with live feedback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Executive Email  •  Intranet / News Hub  •  Manager-Led Team Meetings  •  FAQ Updates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Approaches to Sensitive Themes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605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4160520" cy="5029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&amp; Performance-Driven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673352"/>
            <a:ext cx="118872" cy="11887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0020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competitive urgency and clear performance bar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313432"/>
            <a:ext cx="118872" cy="11887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4028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expectations upfront — accountability is explicit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2953512"/>
            <a:ext cx="118872" cy="11887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036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motivating for top performers and senior leaders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" y="3593592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52044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may alienate an already-exhausted workforce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4233672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16052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increases stress during a period of low engagement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987552"/>
            <a:ext cx="41605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987552"/>
            <a:ext cx="4160520" cy="502920"/>
          </a:xfrm>
          <a:prstGeom prst="rect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9875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0916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&amp; People-Focused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73752" y="1673352"/>
            <a:ext cx="118872" cy="118872"/>
          </a:xfrm>
          <a:prstGeom prst="ellipse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160020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investment, recognition, and empathy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73752" y="2313432"/>
            <a:ext cx="118872" cy="118872"/>
          </a:xfrm>
          <a:prstGeom prst="ellipse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24028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expectations within visible support structures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73752" y="2953512"/>
            <a:ext cx="118872" cy="118872"/>
          </a:xfrm>
          <a:prstGeom prst="ellipse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288036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— essential during engagement decline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73752" y="3593592"/>
            <a:ext cx="118872" cy="118872"/>
          </a:xfrm>
          <a:prstGeom prst="ellipse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6632" y="352044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performance to purpose, not just pressure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73752" y="4233672"/>
            <a:ext cx="118872" cy="118872"/>
          </a:xfrm>
          <a:prstGeom prst="ellipse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416052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for broad workforce audiences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429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Criteria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0" y="1005840"/>
            <a:ext cx="23317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005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23317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005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3429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630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Message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31920" y="1463040"/>
            <a:ext cx="2331720" cy="621792"/>
          </a:xfrm>
          <a:prstGeom prst="rect">
            <a:avLst/>
          </a:prstGeom>
          <a:solidFill>
            <a:srgbClr val="1A743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46304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2331720" cy="621792"/>
          </a:xfrm>
          <a:prstGeom prst="rect">
            <a:avLst/>
          </a:prstGeom>
          <a:solidFill>
            <a:srgbClr val="F39C12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46304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3429000" cy="621792"/>
          </a:xfrm>
          <a:prstGeom prst="rect">
            <a:avLst/>
          </a:prstGeom>
          <a:solidFill>
            <a:srgbClr val="EE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848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Trust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0" y="2084832"/>
            <a:ext cx="2331720" cy="621792"/>
          </a:xfrm>
          <a:prstGeom prst="rect">
            <a:avLst/>
          </a:prstGeom>
          <a:solidFill>
            <a:srgbClr val="C0392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08483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2084832"/>
            <a:ext cx="2331720" cy="621792"/>
          </a:xfrm>
          <a:prstGeom prst="rect">
            <a:avLst/>
          </a:prstGeom>
          <a:solidFill>
            <a:srgbClr val="1A743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08483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706624"/>
            <a:ext cx="3429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0662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Confidence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931920" y="2706624"/>
            <a:ext cx="2331720" cy="621792"/>
          </a:xfrm>
          <a:prstGeom prst="rect">
            <a:avLst/>
          </a:prstGeom>
          <a:solidFill>
            <a:srgbClr val="F39C12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270662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2706624"/>
            <a:ext cx="2331720" cy="621792"/>
          </a:xfrm>
          <a:prstGeom prst="rect">
            <a:avLst/>
          </a:prstGeom>
          <a:solidFill>
            <a:srgbClr val="1A743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70662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328416"/>
            <a:ext cx="3429000" cy="621792"/>
          </a:xfrm>
          <a:prstGeom prst="rect">
            <a:avLst/>
          </a:prstGeom>
          <a:solidFill>
            <a:srgbClr val="EE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32841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Engagement Data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31920" y="3328416"/>
            <a:ext cx="2331720" cy="621792"/>
          </a:xfrm>
          <a:prstGeom prst="rect">
            <a:avLst/>
          </a:prstGeom>
          <a:solidFill>
            <a:srgbClr val="C0392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332841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3328416"/>
            <a:ext cx="2331720" cy="621792"/>
          </a:xfrm>
          <a:prstGeom prst="rect">
            <a:avLst/>
          </a:prstGeom>
          <a:solidFill>
            <a:srgbClr val="1A743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32841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3950208"/>
            <a:ext cx="3429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95020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Misinterpretation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931920" y="3950208"/>
            <a:ext cx="2331720" cy="621792"/>
          </a:xfrm>
          <a:prstGeom prst="rect">
            <a:avLst/>
          </a:prstGeom>
          <a:solidFill>
            <a:srgbClr val="1A743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395020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0" y="3950208"/>
            <a:ext cx="2331720" cy="621792"/>
          </a:xfrm>
          <a:prstGeom prst="rect">
            <a:avLst/>
          </a:prstGeom>
          <a:solidFill>
            <a:srgbClr val="C0392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95020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Recommendation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CADCFC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B: Supportive and People-Focused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438912" cy="566928"/>
          </a:xfrm>
          <a:prstGeom prst="rect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01952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901952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declining — leading with performance pressure accelerates attrition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438912" cy="566928"/>
          </a:xfrm>
          <a:prstGeom prst="rect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5176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burnout is at a critical inflection point — they need visible support to deliver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438912" cy="566928"/>
          </a:xfrm>
          <a:prstGeom prst="rect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01568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must be rebuilt before performance demands can land effectively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4553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Approach A directness is incorporated selectively for senior and corporate audiences.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We'll Measure Success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" y="13898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by audience segment — corporate vs. frontline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54864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Meeting Completion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37176" y="13898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team-level discussions facilitated within 2 weeks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37176" y="1828800"/>
            <a:ext cx="12801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828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90%+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04288"/>
            <a:ext cx="54864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Comprehension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" y="268833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survey: do employees understand key priorities?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" y="3127248"/>
            <a:ext cx="12801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75%+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0428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04288"/>
            <a:ext cx="54864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Leadership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37176" y="268833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shift tracked via pulse survey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37176" y="3127248"/>
            <a:ext cx="12801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+5pp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0273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02736"/>
            <a:ext cx="54864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675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" y="398678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 search terms, HR inquiry volume and topics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360273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02736"/>
            <a:ext cx="54864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3675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surveys, manager forms, Ask Leadership channel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Adapting Based on Feedback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4160520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Heard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1609344"/>
            <a:ext cx="128016" cy="12801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around "startup culture" — employees feared job losses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2542032"/>
            <a:ext cx="128016" cy="12801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87168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AI anxiety — concern about role displacement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3474720"/>
            <a:ext cx="128016" cy="12801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1985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disconnect — messaging felt corporate and distant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987552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87552"/>
            <a:ext cx="4160520" cy="438912"/>
          </a:xfrm>
          <a:prstGeom prst="rect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98755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Changed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73752" y="1609344"/>
            <a:ext cx="128016" cy="128016"/>
          </a:xfrm>
          <a:prstGeom prst="rect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55448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with investment and recognition before expectations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73752" y="2542032"/>
            <a:ext cx="128016" cy="128016"/>
          </a:xfrm>
          <a:prstGeom prst="rect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487168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explicit job security clarity to AI messaging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73752" y="3474720"/>
            <a:ext cx="128016" cy="128016"/>
          </a:xfrm>
          <a:prstGeom prst="rect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41985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manager tools with frontline-specific talking points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553712"/>
            <a:ext cx="84124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55371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"Listen fast, respond visibly, adjust transparently."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2926080" cy="292608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54864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115568"/>
            <a:ext cx="7754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approval of the final messaging approach and narrative framework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2075688"/>
            <a:ext cx="7754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briefing materials distributed and briefing sessions scheduled by [date]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3035808"/>
            <a:ext cx="7754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launch executed with full monitoring and measurement activated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31A4A"/>
          </a:solidFill>
          <a:ln w="12700">
            <a:solidFill>
              <a:srgbClr val="131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82296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"Strong communication builds the trust that makes transformation possible."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Communications Plan</dc:title>
  <dc:subject>PptxGenJS Presentation</dc:subject>
  <dc:creator>Internal Communications</dc:creator>
  <cp:lastModifiedBy>Internal Communications</cp:lastModifiedBy>
  <cp:revision>1</cp:revision>
  <dcterms:created xsi:type="dcterms:W3CDTF">2026-03-28T19:50:22Z</dcterms:created>
  <dcterms:modified xsi:type="dcterms:W3CDTF">2026-03-28T19:50:22Z</dcterms:modified>
</cp:coreProperties>
</file>